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A5E9"/>
                </a:solidFill>
              </a:defRPr>
            </a:pPr>
            <a:r>
              <a:t>DG INTERNS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WEEK 5 – VAPT PRACTICAL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718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0">
                <a:solidFill>
                  <a:srgbClr val="CBD5E1"/>
                </a:solidFill>
              </a:defRPr>
            </a:pPr>
            <a:r>
              <a:t>Nmap • Nikto • Burp Suite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FFFFFF"/>
                </a:solidFill>
              </a:defRPr>
            </a:pPr>
            <a:r>
              <a:t>Submitted By: Varsha Kammari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920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FFFFFF"/>
                </a:solidFill>
              </a:defRPr>
            </a:pPr>
            <a:r>
              <a:t>Department: Cybersecurity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2120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FFFFFF"/>
                </a:solidFill>
              </a:defRPr>
            </a:pPr>
            <a:r>
              <a:t>DRK College of Engineering and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5321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FFFFFF"/>
                </a:solidFill>
              </a:defRPr>
            </a:pPr>
            <a:r>
              <a:t>Submission Date: 20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2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960120"/>
            <a:ext cx="3520440" cy="17373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960120"/>
            <a:ext cx="64008" cy="1737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106424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7"/>
                </a:solidFill>
              </a:defRPr>
            </a:pPr>
            <a:r>
              <a:t>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527048"/>
            <a:ext cx="3246120" cy="107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Learn basic VAPT by scanning an authorized vulnerable web application and interpreting results.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960120"/>
            <a:ext cx="3520440" cy="17373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960120"/>
            <a:ext cx="64008" cy="1737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106424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7"/>
                </a:solidFill>
              </a:defRPr>
            </a:pPr>
            <a:r>
              <a:t>Targets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527048"/>
            <a:ext cx="3246120" cy="107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Nmap: testphp.vulnweb.com</a:t>
            </a:r>
            <a:br/>
            <a:r>
              <a:t>Burp evidence: testasp.vulnweb.com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960120"/>
            <a:ext cx="3520440" cy="17373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960120"/>
            <a:ext cx="64008" cy="17373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19" y="1106424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7"/>
                </a:solidFill>
              </a:defRPr>
            </a:pPr>
            <a:r>
              <a:t>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19" y="1527048"/>
            <a:ext cx="3246120" cy="107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Nmap – network scanning</a:t>
            </a:r>
            <a:br/>
            <a:r>
              <a:t>Nikto – web-server checks</a:t>
            </a:r>
            <a:br/>
            <a:r>
              <a:t>Burp Suite – HTTP inspection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154680"/>
            <a:ext cx="10698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</a:defRPr>
            </a:pPr>
            <a:r>
              <a:t>Testing was performed only on the internship-provided lab sites.</a:t>
            </a:r>
          </a:p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</a:defRPr>
            </a:pPr>
            <a:r>
              <a:t>Evidence was collected from terminal output and Burp Suite.</a:t>
            </a:r>
          </a:p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</a:defRPr>
            </a:pPr>
            <a:r>
              <a:t>Only findings supported by the evidence are reported.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2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NMAP – NETWORK SCANNING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Nmap 7.95 was verified on Kali Linux.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SYN scan (-sS): host reachable; 1000 TCP ports filtered.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Service scan (-sV): no service/version identified.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Aggressive scan (-A): OS detection was unreliable.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4343400"/>
            <a:ext cx="5486400" cy="13258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4343400"/>
            <a:ext cx="64008" cy="13258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489704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7"/>
                </a:solidFill>
              </a:defRPr>
            </a:pPr>
            <a:r>
              <a:t>Security Observation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910328"/>
            <a:ext cx="5212080" cy="667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No exposed open TCP service was confirmed in the default 1000-port scan.</a:t>
            </a:r>
          </a:p>
        </p:txBody>
      </p:sp>
      <p:pic>
        <p:nvPicPr>
          <p:cNvPr id="10" name="Picture 9" descr="b6df244a-125e-4ea0-ab32-4bb2dbd9a8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40398"/>
            <a:ext cx="5212080" cy="25028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2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NMAP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4</a:t>
            </a:r>
          </a:p>
        </p:txBody>
      </p:sp>
      <p:pic>
        <p:nvPicPr>
          <p:cNvPr id="5" name="Picture 4" descr="9dac08cb-1e9d-4b36-94d2-fff5287680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05075"/>
            <a:ext cx="3657600" cy="1756410"/>
          </a:xfrm>
          <a:prstGeom prst="rect">
            <a:avLst/>
          </a:prstGeom>
        </p:spPr>
      </p:pic>
      <p:pic>
        <p:nvPicPr>
          <p:cNvPr id="6" name="Picture 5" descr="99582175-6665-4c51-accf-6bc11a503a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248" y="2505075"/>
            <a:ext cx="3657600" cy="1756410"/>
          </a:xfrm>
          <a:prstGeom prst="rect">
            <a:avLst/>
          </a:prstGeom>
        </p:spPr>
      </p:pic>
      <p:pic>
        <p:nvPicPr>
          <p:cNvPr id="7" name="Picture 6" descr="78fc584a-e469-4640-901f-9c773f105cd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8431" y="2505075"/>
            <a:ext cx="3657600" cy="175641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98932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22037"/>
                </a:solidFill>
              </a:defRPr>
            </a:pPr>
            <a:r>
              <a:t>-sS SYN Scan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07408" y="598932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22037"/>
                </a:solidFill>
              </a:defRPr>
            </a:pPr>
            <a:r>
              <a:t>-sV Service Scan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65592" y="598932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22037"/>
                </a:solidFill>
              </a:defRPr>
            </a:pPr>
            <a:r>
              <a:t>-A Aggressive Scan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2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NIKTO – WEB VULNERABILITY SCAN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5486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Nikto checks web servers for common security issues.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The supplied evidence shows the Nikto options/help screen, not a completed scan.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Therefore, no Nikto vulnerability is claimed as confirmed.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A valid scan should record target, command, timestamp and screenshot.</a:t>
            </a:r>
          </a:p>
        </p:txBody>
      </p:sp>
      <p:pic>
        <p:nvPicPr>
          <p:cNvPr id="6" name="Picture 5" descr="76c1a1e0-d2ab-42c8-a89a-af6c6babf5c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223278"/>
            <a:ext cx="5212080" cy="25028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2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BURP SUITE – HTTP INTERCEPTION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4983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Proxy listener configured on 127.0.0.1:8080.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Browser traffic was captured in HTTP history.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Captured request: GET / with HTTP 200 OK response.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Headers and session-cookie information were available for review.</a:t>
            </a:r>
          </a:p>
        </p:txBody>
      </p:sp>
      <p:pic>
        <p:nvPicPr>
          <p:cNvPr id="6" name="Picture 5" descr="3397ec7f-f5ba-460c-88d1-55caa6aa1c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967174"/>
            <a:ext cx="5897880" cy="283221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2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FINDINGS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914400"/>
            <a:ext cx="3520440" cy="16002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914400"/>
            <a:ext cx="64008" cy="16002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060704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7"/>
                </a:solidFill>
              </a:defRPr>
            </a:pPr>
            <a:r>
              <a:t>Finding 1 – HTTP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81328"/>
            <a:ext cx="3246120" cy="941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The captured request used HTTP, not HTTPS, in the supplied evidence.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914400"/>
            <a:ext cx="3520440" cy="16002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914400"/>
            <a:ext cx="64008" cy="16002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060704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7"/>
                </a:solidFill>
              </a:defRPr>
            </a:pPr>
            <a:r>
              <a:t>Finding 2 – Server Info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481328"/>
            <a:ext cx="3246120" cy="941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The response exposed server/framework information such as Microsoft-IIS and ASP.NET.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914400"/>
            <a:ext cx="3520440" cy="16002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914400"/>
            <a:ext cx="64008" cy="16002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19" y="1060704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7"/>
                </a:solidFill>
              </a:defRPr>
            </a:pPr>
            <a:r>
              <a:t>Finding 3 – Cookie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19" y="1481328"/>
            <a:ext cx="3246120" cy="941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A session cookie was observed; its security attributes should be reviewed.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926080"/>
            <a:ext cx="105156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</a:defRPr>
            </a:pPr>
            <a:r>
              <a:t>Nmap confirmed the host was reachable but did not confirm an open TCP service.</a:t>
            </a:r>
          </a:p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</a:defRPr>
            </a:pPr>
            <a:r>
              <a:t>Burp Suite showed practical HTTP request, response, header and cookie analysis.</a:t>
            </a:r>
          </a:p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</a:defRPr>
            </a:pPr>
            <a:r>
              <a:t>The exercise demonstrated evidence-based VAPT reporting.</a:t>
            </a:r>
          </a:p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</a:defRPr>
            </a:pPr>
            <a:r>
              <a:t>Nikto results should be added after completing a valid scan.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62356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22037"/>
                </a:solidFill>
              </a:defRPr>
            </a:pPr>
            <a:r>
              <a:t>Conclusion: The practical improved understanding of basic VAPT workflow and security evidence.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